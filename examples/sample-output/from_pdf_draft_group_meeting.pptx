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论文一句话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01/10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406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文献组会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4582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121C2D"/>
                </a:solidFill>
                <a:latin typeface="Microsoft YaHei"/>
              </a:rPr>
              <a:t>A Rapid Multiplex Assay for Pathogen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8183879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A768C"/>
                </a:solidFill>
                <a:latin typeface="Microsoft YaHei"/>
              </a:rPr>
              <a:t>A Rapid Multiplex Assay for Pathogen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512064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4005072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950208"/>
            <a:ext cx="30632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This paper</a:t>
            </a:r>
          </a:p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presents a</a:t>
            </a:r>
          </a:p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multiplex rapid……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794760"/>
            <a:ext cx="50749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4005072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968496"/>
            <a:ext cx="30175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15分钟汇报</a:t>
            </a:r>
          </a:p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数字微流控与多重核酸检测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为什么要读这篇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说明问题背景和研究动机。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Single-target assays are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inefficient for co-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infection scenarios and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require repeated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核心信息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1句话结论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2—3条证据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1个需要核对的点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作者的核心思路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把论文方法路线拆成 3—5 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The authors designed primer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sets → mapped targets to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spatial codes → captured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fluorescence → and used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threshold rules to call……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方法路线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1. The authors designed primer sets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2. mapped targets to spatial codes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3. captured fluorescence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4. and used threshold rules to call positive reactions.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实验/系统流程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04/10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用流程图或关键示意图讲清楚从输入到输出。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建议优先使用：Fig. 1、Fig. 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流程图占位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输入 → 处理 → 读出 → 判定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优先放论文 workflow / schematic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关键图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选择最能说明整体框架的图。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讲图之前先说：这张图回答了什么问题。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Fig.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PDF中自动识别到的图表说明，适合回原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文核对后决定是否放入PPT。；Over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all workflow from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sample input to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encoded……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关键图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06/10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选择最能说明方法有效性的图。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不要只翻译 caption，要解释它支持了哪个结论。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Fig.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PDF中自动识别到的图表说明，适合回原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文核对后决定是否放入PPT。；Prim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er screening and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target design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strategy.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07/10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总结作者最重要的发现。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The assay distinguished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multiple targets in a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single workflow.；The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encoded readout reduced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interpretation complexity……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结果表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The assay distinguished multiple targets in a single workflow.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The encoded readout reduced interpretation complexity and worked on simulated samples.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Overall workflow from sample input to encoded fluorescence readout.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局限和风险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08/10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主动说出论文不够强的地方。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The sample size is limited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and clinical generalization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requires further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风险清单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The sample size is limited and clinical generalization requires further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和我课题的关系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09/10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把论文价值拉回自己的方向。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这篇论文可能与“数字微流控与多重核酸检测”相关，建议结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合自己的课题从方法、数据、图表展示和后续实验设计四个角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度筛选可复用内容。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迁移价值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我能复用什么？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第一步实验怎么设计？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老师可能追问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10/10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提前准备 3—5 个追问和回答方向。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方法可靠性、样本量、对照实验、泛化能力、和自己课题的关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追问预案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可靠性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样本量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对照实验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泛化能力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